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7915" y="-14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F3DC6-B460-95A5-831F-FAF84ABD7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1AB884-5F25-AA59-DDE2-A1BB87A8A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9DB36C-1006-C9E5-DB15-43D16663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528CA1-9273-226E-CE60-50DFDDA2B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F5312A-4CA8-9143-B5E4-062CD293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08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EF6E0-BBAB-315C-C389-634E0CF5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EAEC40-DBC1-535B-9E93-E4AED51F0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2ABDD7-9D09-4E60-9D71-41C3EFC4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58C54F-75EB-8BA0-DC75-5B5D296A9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0F22BC-0C7C-C5C1-112F-76987C51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49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833E6-8F4F-0741-8332-2A6765D6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90ACB9-5014-7E6C-C310-64885445B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60169A-4044-3F8D-A60A-BD8D2CC0C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EAB4D0-0F28-20F7-D02F-749E8D68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0BF3D-A116-E140-F991-D710A950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50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384CD-D688-5C0D-78D9-ACF454EF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B05258-2FC0-CD56-B8B4-5206F6256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552DE9-AD60-5375-C8F0-34837EE03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390BD3-1A83-1D43-E372-DF1D4323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24BE0B-2037-84B6-34FF-1798213D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D95F6B-28A5-63BA-977A-7CEF11C3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31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9B62AA-A015-A3A0-9F8A-2394AE01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6E55BD-F859-35E9-98A8-D82A86963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BD5C67-66FA-2633-4D85-8B421F7BD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BF3CDB-9320-453A-6512-AB7E71117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051694-9712-BB13-B6A0-09B04C91F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79B5999-1C10-7C7F-19B9-567EC77A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A73621-359D-909D-E8AD-648FE45DF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7A3FA19-4352-4688-9F88-BA679609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468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CC8876-5109-9F25-D0D5-48AEBBBD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29D380-23FC-693B-7059-591C89F5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D6E646-70C9-718F-3083-DC311A9D7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5CADF6-AD1A-8330-84B6-3EBC06E8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40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C03C201-2A21-DA6F-D6D9-93CD84BD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6063F8-62FD-96B0-0056-3862553D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6CF60C-4584-B72A-FED4-8DBB731E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281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C2BA8-E961-3CAD-2EAB-05B2D754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02F5F6-27C2-7608-86F6-D600744D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A577A4-588D-DFFE-EE30-761549034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4B807D-EB92-515E-30D7-5D20E466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7153D5-D5D0-9486-1C60-5CD70C36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89C5E8-55CA-A7A7-8B1C-1BC67FA7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23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6151CF-67EC-A6D0-52ED-D7C61E0A5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181BC7-DBB3-C315-2FEA-79ABC40C5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87078D-792A-A0EE-D1EF-4EF8900AC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52BE11-113E-A316-E9F5-60BA155AF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037109-B2EC-0B44-3940-6B511AFB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092FC18-9D7A-6A01-B9A8-47A8F041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33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1DFAC7-E106-A54E-90BC-C75EC27B3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9D5C40D-C931-12B3-05D3-945D05861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C83143-62A1-B343-55F6-15383753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3CCD81-6223-15EF-05DA-BFD72BBC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51AC3E-0049-8917-3A57-1A972B5F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4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CFF11C-4A80-B956-7A57-BEA08E989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470CD4-D2A2-C6AD-2267-A91B1FEB4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42936B-3F4E-8E4D-80D1-5EB4F41A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DCE2E5-47DD-5E09-DD1D-B0F2656E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9A4A7A-28AB-8B7B-F978-A6B28D8B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0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C827F18-09CC-D654-EFF1-2C3E6B65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DBE554-AB86-138B-F214-56390A15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890398-49E8-613E-B8ED-FE390871C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E11519-5FD9-4D27-B7B7-7A5F91A725B3}" type="datetimeFigureOut">
              <a:rPr lang="de-DE" smtClean="0"/>
              <a:t>10.02.2025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299FDF-F362-58D3-2E69-712FA6C10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9DE159-8EB9-612D-6A0F-9C5BCD6C6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71455-9B34-44CC-8128-720530B4113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72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599E52A-807F-21B5-815E-C0D792CB614A}"/>
              </a:ext>
            </a:extLst>
          </p:cNvPr>
          <p:cNvGrpSpPr/>
          <p:nvPr/>
        </p:nvGrpSpPr>
        <p:grpSpPr>
          <a:xfrm>
            <a:off x="2503170" y="1280160"/>
            <a:ext cx="1455175" cy="2148840"/>
            <a:chOff x="2503170" y="1280160"/>
            <a:chExt cx="1455175" cy="2148840"/>
          </a:xfrm>
        </p:grpSpPr>
        <p:sp>
          <p:nvSpPr>
            <p:cNvPr id="6" name="Kreis: nicht ausgefüllt 5">
              <a:extLst>
                <a:ext uri="{FF2B5EF4-FFF2-40B4-BE49-F238E27FC236}">
                  <a16:creationId xmlns:a16="http://schemas.microsoft.com/office/drawing/2014/main" id="{02B14301-C6BE-8AAD-9C69-C72AC7D5DB49}"/>
                </a:ext>
              </a:extLst>
            </p:cNvPr>
            <p:cNvSpPr/>
            <p:nvPr/>
          </p:nvSpPr>
          <p:spPr>
            <a:xfrm>
              <a:off x="2503170" y="1280160"/>
              <a:ext cx="1455175" cy="1435510"/>
            </a:xfrm>
            <a:prstGeom prst="donu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3" name="Gleichschenkliges Dreieck 12">
              <a:extLst>
                <a:ext uri="{FF2B5EF4-FFF2-40B4-BE49-F238E27FC236}">
                  <a16:creationId xmlns:a16="http://schemas.microsoft.com/office/drawing/2014/main" id="{C6B48DAA-2974-BDF4-F9E0-49D3E730F7CA}"/>
                </a:ext>
              </a:extLst>
            </p:cNvPr>
            <p:cNvSpPr/>
            <p:nvPr/>
          </p:nvSpPr>
          <p:spPr>
            <a:xfrm rot="10800000">
              <a:off x="2621279" y="2377440"/>
              <a:ext cx="1219201" cy="1051560"/>
            </a:xfrm>
            <a:prstGeom prst="triangle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Flussdiagramm: Manuelle Verarbeitung 14">
              <a:extLst>
                <a:ext uri="{FF2B5EF4-FFF2-40B4-BE49-F238E27FC236}">
                  <a16:creationId xmlns:a16="http://schemas.microsoft.com/office/drawing/2014/main" id="{D494E03C-61E5-F307-FE5B-4E06C8DC81D2}"/>
                </a:ext>
              </a:extLst>
            </p:cNvPr>
            <p:cNvSpPr/>
            <p:nvPr/>
          </p:nvSpPr>
          <p:spPr>
            <a:xfrm>
              <a:off x="2638425" y="2368867"/>
              <a:ext cx="1183005" cy="341948"/>
            </a:xfrm>
            <a:prstGeom prst="flowChartManualOperation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>
                  <a:solidFill>
                    <a:srgbClr val="0070C0"/>
                  </a:solidFill>
                </a:ln>
              </a:endParaRP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F8CB635C-A768-2C7F-6E82-7F9EB07BBA37}"/>
              </a:ext>
            </a:extLst>
          </p:cNvPr>
          <p:cNvGrpSpPr/>
          <p:nvPr/>
        </p:nvGrpSpPr>
        <p:grpSpPr>
          <a:xfrm>
            <a:off x="842010" y="1280160"/>
            <a:ext cx="1455175" cy="2148840"/>
            <a:chOff x="2503170" y="1280160"/>
            <a:chExt cx="1455175" cy="2148840"/>
          </a:xfrm>
        </p:grpSpPr>
        <p:sp>
          <p:nvSpPr>
            <p:cNvPr id="18" name="Kreis: nicht ausgefüllt 17">
              <a:extLst>
                <a:ext uri="{FF2B5EF4-FFF2-40B4-BE49-F238E27FC236}">
                  <a16:creationId xmlns:a16="http://schemas.microsoft.com/office/drawing/2014/main" id="{E7FEC298-0607-B59A-FA13-1C0878F5E8BB}"/>
                </a:ext>
              </a:extLst>
            </p:cNvPr>
            <p:cNvSpPr/>
            <p:nvPr/>
          </p:nvSpPr>
          <p:spPr>
            <a:xfrm>
              <a:off x="2503170" y="1280160"/>
              <a:ext cx="1455175" cy="1435510"/>
            </a:xfrm>
            <a:prstGeom prst="donu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9" name="Gleichschenkliges Dreieck 18">
              <a:extLst>
                <a:ext uri="{FF2B5EF4-FFF2-40B4-BE49-F238E27FC236}">
                  <a16:creationId xmlns:a16="http://schemas.microsoft.com/office/drawing/2014/main" id="{A311514C-2FE6-4EF0-B79E-9114B07CCC18}"/>
                </a:ext>
              </a:extLst>
            </p:cNvPr>
            <p:cNvSpPr/>
            <p:nvPr/>
          </p:nvSpPr>
          <p:spPr>
            <a:xfrm rot="10800000">
              <a:off x="2621279" y="2377440"/>
              <a:ext cx="1219201" cy="1051560"/>
            </a:xfrm>
            <a:prstGeom prst="triangl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0" name="Flussdiagramm: Manuelle Verarbeitung 19">
              <a:extLst>
                <a:ext uri="{FF2B5EF4-FFF2-40B4-BE49-F238E27FC236}">
                  <a16:creationId xmlns:a16="http://schemas.microsoft.com/office/drawing/2014/main" id="{548A4623-F54B-37F9-7252-C80C48408CA6}"/>
                </a:ext>
              </a:extLst>
            </p:cNvPr>
            <p:cNvSpPr/>
            <p:nvPr/>
          </p:nvSpPr>
          <p:spPr>
            <a:xfrm>
              <a:off x="2638425" y="2368867"/>
              <a:ext cx="1183005" cy="341948"/>
            </a:xfrm>
            <a:prstGeom prst="flowChartManualOperati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n>
                  <a:solidFill>
                    <a:srgbClr val="0070C0"/>
                  </a:solidFill>
                </a:ln>
              </a:endParaRP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0FA3DFB-BA9C-57AD-A758-2346D0C2DB86}"/>
              </a:ext>
            </a:extLst>
          </p:cNvPr>
          <p:cNvGrpSpPr/>
          <p:nvPr/>
        </p:nvGrpSpPr>
        <p:grpSpPr>
          <a:xfrm>
            <a:off x="4072890" y="1272540"/>
            <a:ext cx="1455175" cy="2148840"/>
            <a:chOff x="2503170" y="1280160"/>
            <a:chExt cx="1455175" cy="2148840"/>
          </a:xfrm>
        </p:grpSpPr>
        <p:sp>
          <p:nvSpPr>
            <p:cNvPr id="22" name="Kreis: nicht ausgefüllt 21">
              <a:extLst>
                <a:ext uri="{FF2B5EF4-FFF2-40B4-BE49-F238E27FC236}">
                  <a16:creationId xmlns:a16="http://schemas.microsoft.com/office/drawing/2014/main" id="{9759F5C3-E654-B74F-5639-08538321A786}"/>
                </a:ext>
              </a:extLst>
            </p:cNvPr>
            <p:cNvSpPr/>
            <p:nvPr/>
          </p:nvSpPr>
          <p:spPr>
            <a:xfrm>
              <a:off x="2503170" y="1280160"/>
              <a:ext cx="1455175" cy="1435510"/>
            </a:xfrm>
            <a:prstGeom prst="donu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3" name="Gleichschenkliges Dreieck 22">
              <a:extLst>
                <a:ext uri="{FF2B5EF4-FFF2-40B4-BE49-F238E27FC236}">
                  <a16:creationId xmlns:a16="http://schemas.microsoft.com/office/drawing/2014/main" id="{12BD04EA-AC78-7EFE-FC3E-654AC470B5AA}"/>
                </a:ext>
              </a:extLst>
            </p:cNvPr>
            <p:cNvSpPr/>
            <p:nvPr/>
          </p:nvSpPr>
          <p:spPr>
            <a:xfrm rot="10800000">
              <a:off x="2621279" y="2377440"/>
              <a:ext cx="1219201" cy="1051560"/>
            </a:xfrm>
            <a:prstGeom prst="triangl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Flussdiagramm: Manuelle Verarbeitung 23">
              <a:extLst>
                <a:ext uri="{FF2B5EF4-FFF2-40B4-BE49-F238E27FC236}">
                  <a16:creationId xmlns:a16="http://schemas.microsoft.com/office/drawing/2014/main" id="{3CCDA45F-5357-6363-C166-70B5786D698B}"/>
                </a:ext>
              </a:extLst>
            </p:cNvPr>
            <p:cNvSpPr/>
            <p:nvPr/>
          </p:nvSpPr>
          <p:spPr>
            <a:xfrm>
              <a:off x="2638425" y="2368867"/>
              <a:ext cx="1183005" cy="341948"/>
            </a:xfrm>
            <a:prstGeom prst="flowChartManualOperation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>
                  <a:solidFill>
                    <a:srgbClr val="0070C0"/>
                  </a:solidFill>
                </a:ln>
              </a:endParaRP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D6549C1-FBA0-226E-C7CE-AFD9A8E3D0DC}"/>
              </a:ext>
            </a:extLst>
          </p:cNvPr>
          <p:cNvGrpSpPr/>
          <p:nvPr/>
        </p:nvGrpSpPr>
        <p:grpSpPr>
          <a:xfrm>
            <a:off x="5673090" y="1234440"/>
            <a:ext cx="1455175" cy="2148840"/>
            <a:chOff x="2503170" y="1280160"/>
            <a:chExt cx="1455175" cy="2148840"/>
          </a:xfrm>
        </p:grpSpPr>
        <p:sp>
          <p:nvSpPr>
            <p:cNvPr id="26" name="Kreis: nicht ausgefüllt 25">
              <a:extLst>
                <a:ext uri="{FF2B5EF4-FFF2-40B4-BE49-F238E27FC236}">
                  <a16:creationId xmlns:a16="http://schemas.microsoft.com/office/drawing/2014/main" id="{BCE41672-04B0-0690-7670-3ECB2AEEF8B0}"/>
                </a:ext>
              </a:extLst>
            </p:cNvPr>
            <p:cNvSpPr/>
            <p:nvPr/>
          </p:nvSpPr>
          <p:spPr>
            <a:xfrm>
              <a:off x="2503170" y="1280160"/>
              <a:ext cx="1455175" cy="1435510"/>
            </a:xfrm>
            <a:prstGeom prst="donu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7" name="Gleichschenkliges Dreieck 26">
              <a:extLst>
                <a:ext uri="{FF2B5EF4-FFF2-40B4-BE49-F238E27FC236}">
                  <a16:creationId xmlns:a16="http://schemas.microsoft.com/office/drawing/2014/main" id="{087345F9-B78A-D542-99FA-BD4524DAACCD}"/>
                </a:ext>
              </a:extLst>
            </p:cNvPr>
            <p:cNvSpPr/>
            <p:nvPr/>
          </p:nvSpPr>
          <p:spPr>
            <a:xfrm rot="10800000">
              <a:off x="2621279" y="2377440"/>
              <a:ext cx="1219201" cy="1051560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" name="Flussdiagramm: Manuelle Verarbeitung 27">
              <a:extLst>
                <a:ext uri="{FF2B5EF4-FFF2-40B4-BE49-F238E27FC236}">
                  <a16:creationId xmlns:a16="http://schemas.microsoft.com/office/drawing/2014/main" id="{81ED6C5B-EEB1-5AF2-0F0C-CA577B77E281}"/>
                </a:ext>
              </a:extLst>
            </p:cNvPr>
            <p:cNvSpPr/>
            <p:nvPr/>
          </p:nvSpPr>
          <p:spPr>
            <a:xfrm>
              <a:off x="2638425" y="2368867"/>
              <a:ext cx="1183005" cy="341948"/>
            </a:xfrm>
            <a:prstGeom prst="flowChartManualOperation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>
                  <a:solidFill>
                    <a:srgbClr val="0070C0"/>
                  </a:solidFill>
                </a:ln>
              </a:endParaRP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DBADF3D-30BE-B989-92AB-DC0F4AF28682}"/>
              </a:ext>
            </a:extLst>
          </p:cNvPr>
          <p:cNvGrpSpPr/>
          <p:nvPr/>
        </p:nvGrpSpPr>
        <p:grpSpPr>
          <a:xfrm>
            <a:off x="7623810" y="1211580"/>
            <a:ext cx="1455175" cy="2148840"/>
            <a:chOff x="2503170" y="1280160"/>
            <a:chExt cx="1455175" cy="2148840"/>
          </a:xfrm>
        </p:grpSpPr>
        <p:sp>
          <p:nvSpPr>
            <p:cNvPr id="30" name="Kreis: nicht ausgefüllt 29">
              <a:extLst>
                <a:ext uri="{FF2B5EF4-FFF2-40B4-BE49-F238E27FC236}">
                  <a16:creationId xmlns:a16="http://schemas.microsoft.com/office/drawing/2014/main" id="{05E7C2EF-36A5-4380-5722-BBE8B077D9DB}"/>
                </a:ext>
              </a:extLst>
            </p:cNvPr>
            <p:cNvSpPr/>
            <p:nvPr/>
          </p:nvSpPr>
          <p:spPr>
            <a:xfrm>
              <a:off x="2503170" y="1280160"/>
              <a:ext cx="1455175" cy="1435510"/>
            </a:xfrm>
            <a:prstGeom prst="donu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31" name="Gleichschenkliges Dreieck 30">
              <a:extLst>
                <a:ext uri="{FF2B5EF4-FFF2-40B4-BE49-F238E27FC236}">
                  <a16:creationId xmlns:a16="http://schemas.microsoft.com/office/drawing/2014/main" id="{9291EA2E-F860-3418-5F6B-98DB8A641580}"/>
                </a:ext>
              </a:extLst>
            </p:cNvPr>
            <p:cNvSpPr/>
            <p:nvPr/>
          </p:nvSpPr>
          <p:spPr>
            <a:xfrm rot="10800000">
              <a:off x="2621279" y="2377440"/>
              <a:ext cx="1219201" cy="1051560"/>
            </a:xfrm>
            <a:prstGeom prst="triangl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2" name="Flussdiagramm: Manuelle Verarbeitung 31">
              <a:extLst>
                <a:ext uri="{FF2B5EF4-FFF2-40B4-BE49-F238E27FC236}">
                  <a16:creationId xmlns:a16="http://schemas.microsoft.com/office/drawing/2014/main" id="{12DE90D2-F750-B500-D126-1ADF7DDD57E2}"/>
                </a:ext>
              </a:extLst>
            </p:cNvPr>
            <p:cNvSpPr/>
            <p:nvPr/>
          </p:nvSpPr>
          <p:spPr>
            <a:xfrm>
              <a:off x="2638425" y="2368867"/>
              <a:ext cx="1183005" cy="341948"/>
            </a:xfrm>
            <a:prstGeom prst="flowChartManualOperation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n>
                  <a:solidFill>
                    <a:srgbClr val="0070C0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459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 Dent</dc:creator>
  <cp:lastModifiedBy>Arthur Dent</cp:lastModifiedBy>
  <cp:revision>2</cp:revision>
  <dcterms:created xsi:type="dcterms:W3CDTF">2025-02-10T13:14:00Z</dcterms:created>
  <dcterms:modified xsi:type="dcterms:W3CDTF">2025-02-10T13:55:29Z</dcterms:modified>
</cp:coreProperties>
</file>